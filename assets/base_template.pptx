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2A43"/>
                </a:solidFill>
              </a:defRPr>
            </a:pPr>
          </a:p>
        </p:txBody>
      </p:sp>
      <p:sp>
        <p:nvSpPr>
          <p:cNvPr id="3" name="Subtitle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ntent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</a:p>
        </p:txBody>
      </p:sp>
      <p:sp>
        <p:nvSpPr>
          <p:cNvPr id="3" name="Body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